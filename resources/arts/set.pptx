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6565"/>
    <a:srgbClr val="F6D6D6"/>
    <a:srgbClr val="E58F8F"/>
    <a:srgbClr val="B3A2C7"/>
    <a:srgbClr val="491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B1ACD-B9A3-E344-59C5-4FA74CF1B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30EEC2-AC4A-347E-F402-7841E4D8B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8F3AE3-7CEA-2D25-A625-7F26A278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11B072-B402-95C8-5559-8B2AA8D9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D8990A-6B25-9F5D-A8A9-97F1AE11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20B81-43BA-2916-EA61-360BF7B3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8631E-B427-B38F-49B0-B8E2BFF8C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D5E9E1-5D0C-2EE0-81A4-015E526B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28688-4733-A29B-5D39-B6277732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FDFB79-ABB4-DD48-6A41-5091F65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00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B226E-A8AF-9DF5-308D-C4DA4232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A5DFC0-9B6A-B9B5-D9C2-DCFAE401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29388-64FF-81EC-A873-D1C7BA800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1934B-E6B0-4A5C-C1DC-C37C29BA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DF57B-8F50-8CF7-5A14-5B116E36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50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7015B-FD4F-E9F8-0069-7E2BB4F19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FFDD0-93E0-EFD7-68A4-B36C50AED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18C5FC-04D4-F523-C745-A5B4BA0F1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6AEE67-8E48-173E-CC72-5B39C192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84C513-7E2A-1BFF-2BB8-EF90AC27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1CF0BC-769D-55B3-E9DE-581FEFBA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7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D1A0E-3585-6AB5-7A4D-8B2A21C90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0FBEA-711F-2254-29AA-439F2B3F2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05E19-C3E1-D917-71F2-B3F7E4B2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9E21B2-AA1E-3972-F86E-DF5FCD2DB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2F73E5-8850-A098-DBB7-0A98DDCF5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25D2AA-CBF1-2481-22B3-4E5252BF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F6E0C0-B94E-AEF7-5491-BDDB193D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43A744-E235-44EC-3173-9BD52C59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2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59592-3865-6CD5-DB0A-FD68FB98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29F330-7E64-EE58-6A42-5DCEEB3E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18EDFF-00A6-3B0A-5FD5-7BA50FFE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D7CBBF-F051-93B4-7ED2-20E6654F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83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720D99-52B6-DA74-6C43-1D940C56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259F62-5FCD-31A5-37B0-F0B7077A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3BDE9F-1BB6-B2D0-D186-470A6F2A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02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8722-E7EC-EAC6-B892-DA7BAE14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158F8-0216-9C0D-D220-6893177F5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463C22-4738-06FE-EE0D-BB9F1945D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53676F-52F7-3047-3CB0-88EA9FA2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5D3EB8-80E5-D9D8-EC9E-59824006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DA98CB-61A3-0B93-1D95-721714CE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3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E8582-9AB3-07F0-0114-EDC4C199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F48251-353D-EA95-0BA7-10F74ADE9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67C21C-357C-4FDB-D2C2-6BF95E922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15F3D9-D093-E866-60AD-944514FA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095E2C-4824-4046-F08B-7C1BE127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BE2EB8-8962-2024-FBC8-4A3CD3C1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3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F9293-4460-2E72-6337-AFCCD49A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9B9A98-98F1-1B35-2B49-699103EA7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CDD91-C1DD-131D-862A-15C2F7BC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328283-3BBE-1C19-443E-A226C913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D44314-7FC5-E949-BC74-45716A0D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701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08C86E-0B10-711B-6571-8FB89E03B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67B6F2-AC2E-0BBB-E3B6-4687058BA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FEDE4-78B1-F0E4-772A-19EA26D4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5FA9E6-9207-FA6D-DCA4-C804DFC7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FB4CEB-2595-4162-BD43-AE7982B2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05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473017-4668-474C-B68C-663BE5E3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6DC4FF-E357-79E4-DEF3-52E3D3083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1ED08-46DE-13E0-A948-F990B1382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2B005-7F90-4B8C-93B5-66B6B4BE30D2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D555D-F46B-3FB3-9329-A1AA68165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8D877-BB0D-A552-1BCF-1EAE37597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E8AAD-B976-4CC1-8362-C35F3E84C8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48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1475F67-9F39-124C-E341-0A9590DA745B}"/>
              </a:ext>
            </a:extLst>
          </p:cNvPr>
          <p:cNvSpPr/>
          <p:nvPr/>
        </p:nvSpPr>
        <p:spPr>
          <a:xfrm>
            <a:off x="2550588" y="376764"/>
            <a:ext cx="4902200" cy="6083303"/>
          </a:xfrm>
          <a:prstGeom prst="roundRect">
            <a:avLst>
              <a:gd name="adj" fmla="val 1512"/>
            </a:avLst>
          </a:prstGeom>
          <a:solidFill>
            <a:schemeClr val="bg1">
              <a:alpha val="11000"/>
            </a:schemeClr>
          </a:solidFill>
          <a:ln w="25400">
            <a:solidFill>
              <a:schemeClr val="bg1">
                <a:lumMod val="75000"/>
              </a:schemeClr>
            </a:solidFill>
          </a:ln>
          <a:effectLst>
            <a:outerShdw blurRad="723900" dist="50800" dir="5400000" algn="ctr" rotWithShape="0">
              <a:srgbClr val="000000">
                <a:alpha val="9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94F882-E808-44B4-4489-FCA4095D32C5}"/>
              </a:ext>
            </a:extLst>
          </p:cNvPr>
          <p:cNvSpPr txBox="1"/>
          <p:nvPr/>
        </p:nvSpPr>
        <p:spPr>
          <a:xfrm>
            <a:off x="7469722" y="724472"/>
            <a:ext cx="1015663" cy="168675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50000"/>
                  </a:schemeClr>
                </a:solidFill>
              </a:rPr>
              <a:t>设置</a:t>
            </a:r>
            <a:endParaRPr lang="en-US" altLang="zh-CN" sz="3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Settings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F78EE4-D96A-D518-6318-122DE427314A}"/>
              </a:ext>
            </a:extLst>
          </p:cNvPr>
          <p:cNvSpPr txBox="1"/>
          <p:nvPr/>
        </p:nvSpPr>
        <p:spPr>
          <a:xfrm>
            <a:off x="2838722" y="548431"/>
            <a:ext cx="203132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56565"/>
                </a:solidFill>
              </a:rPr>
              <a:t>快捷方式管理</a:t>
            </a:r>
            <a:endParaRPr lang="en-US" altLang="zh-CN" sz="2400" dirty="0">
              <a:solidFill>
                <a:srgbClr val="656565"/>
              </a:solidFill>
            </a:endParaRPr>
          </a:p>
          <a:p>
            <a:r>
              <a:rPr lang="en-US" altLang="zh-CN" dirty="0">
                <a:solidFill>
                  <a:srgbClr val="656565"/>
                </a:solidFill>
              </a:rPr>
              <a:t>Shortcut manage</a:t>
            </a:r>
            <a:endParaRPr lang="zh-CN" altLang="en-US" dirty="0">
              <a:solidFill>
                <a:srgbClr val="656565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280FF24-0227-3D49-97FE-E3B53A1F1F8B}"/>
              </a:ext>
            </a:extLst>
          </p:cNvPr>
          <p:cNvSpPr/>
          <p:nvPr/>
        </p:nvSpPr>
        <p:spPr>
          <a:xfrm>
            <a:off x="2900866" y="1272448"/>
            <a:ext cx="4287915" cy="1839897"/>
          </a:xfrm>
          <a:prstGeom prst="roundRect">
            <a:avLst>
              <a:gd name="adj" fmla="val 3157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800100" dist="50800" dir="5400000" sx="97000" sy="97000" algn="ctr" rotWithShape="0">
              <a:srgbClr val="000000">
                <a:alpha val="9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27E4427-011A-E20F-D6E2-9AAFC4424B59}"/>
              </a:ext>
            </a:extLst>
          </p:cNvPr>
          <p:cNvGrpSpPr/>
          <p:nvPr/>
        </p:nvGrpSpPr>
        <p:grpSpPr>
          <a:xfrm>
            <a:off x="2984501" y="1482513"/>
            <a:ext cx="3932764" cy="601134"/>
            <a:chOff x="2984501" y="1985433"/>
            <a:chExt cx="3932764" cy="60113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586B3ED-6A27-2E4D-1B08-720EAA73620F}"/>
                </a:ext>
              </a:extLst>
            </p:cNvPr>
            <p:cNvSpPr/>
            <p:nvPr/>
          </p:nvSpPr>
          <p:spPr>
            <a:xfrm>
              <a:off x="2984501" y="1985433"/>
              <a:ext cx="3932764" cy="601134"/>
            </a:xfrm>
            <a:prstGeom prst="roundRect">
              <a:avLst/>
            </a:prstGeom>
            <a:solidFill>
              <a:schemeClr val="accent1">
                <a:alpha val="21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38100" dist="50800" dir="5400000" algn="ctr" rotWithShape="0">
                <a:srgbClr val="000000">
                  <a:alpha val="5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/>
                <a:t>Visual Studio Code</a:t>
              </a:r>
            </a:p>
            <a:p>
              <a:r>
                <a:rPr lang="en-US" altLang="zh-CN" sz="900" b="0" i="0" dirty="0">
                  <a:solidFill>
                    <a:srgbClr val="E3E3E3"/>
                  </a:solidFill>
                  <a:latin typeface="+mj-lt"/>
                </a:rPr>
                <a:t>C:\ProgramData\Microsoft\Windows\Start…</a:t>
              </a:r>
              <a:endParaRPr lang="zh-CN" altLang="en-US" sz="900" dirty="0">
                <a:latin typeface="+mj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973FD5B-8530-83C5-CAAB-9D0861D74803}"/>
                </a:ext>
              </a:extLst>
            </p:cNvPr>
            <p:cNvSpPr/>
            <p:nvPr/>
          </p:nvSpPr>
          <p:spPr>
            <a:xfrm>
              <a:off x="5704415" y="2171700"/>
              <a:ext cx="1060450" cy="247650"/>
            </a:xfrm>
            <a:prstGeom prst="roundRect">
              <a:avLst/>
            </a:prstGeom>
            <a:solidFill>
              <a:srgbClr val="E58F8F">
                <a:alpha val="45882"/>
              </a:srgbClr>
            </a:solidFill>
            <a:ln>
              <a:solidFill>
                <a:srgbClr val="F6D6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Remove</a:t>
              </a:r>
              <a:endParaRPr lang="zh-CN" altLang="en-US" sz="1100" dirty="0"/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0369CDF-057C-532C-067E-AFB6A4314E25}"/>
              </a:ext>
            </a:extLst>
          </p:cNvPr>
          <p:cNvSpPr/>
          <p:nvPr/>
        </p:nvSpPr>
        <p:spPr>
          <a:xfrm>
            <a:off x="6981825" y="1402080"/>
            <a:ext cx="133318" cy="16129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  <a:alpha val="46000"/>
            </a:schemeClr>
          </a:solidFill>
          <a:ln w="762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7F698B9-AA0A-2496-8F49-C4572943F810}"/>
              </a:ext>
            </a:extLst>
          </p:cNvPr>
          <p:cNvSpPr/>
          <p:nvPr/>
        </p:nvSpPr>
        <p:spPr>
          <a:xfrm>
            <a:off x="6981825" y="1408430"/>
            <a:ext cx="133318" cy="71755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46000"/>
            </a:schemeClr>
          </a:solidFill>
          <a:ln w="762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79CEC0C-E71C-45AA-E56A-2787617568CA}"/>
              </a:ext>
            </a:extLst>
          </p:cNvPr>
          <p:cNvGrpSpPr/>
          <p:nvPr/>
        </p:nvGrpSpPr>
        <p:grpSpPr>
          <a:xfrm>
            <a:off x="2984501" y="2208530"/>
            <a:ext cx="3932764" cy="601134"/>
            <a:chOff x="2984501" y="1985433"/>
            <a:chExt cx="3932764" cy="60113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B749D9CB-547E-0F1E-6743-3E1B5743F96D}"/>
                </a:ext>
              </a:extLst>
            </p:cNvPr>
            <p:cNvSpPr/>
            <p:nvPr/>
          </p:nvSpPr>
          <p:spPr>
            <a:xfrm>
              <a:off x="2984501" y="1985433"/>
              <a:ext cx="3932764" cy="601134"/>
            </a:xfrm>
            <a:prstGeom prst="roundRect">
              <a:avLst/>
            </a:prstGeom>
            <a:solidFill>
              <a:schemeClr val="accent1">
                <a:alpha val="21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38100" dist="50800" dir="5400000" algn="ctr" rotWithShape="0">
                <a:srgbClr val="000000">
                  <a:alpha val="5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/>
                <a:t>Visual Studio Code</a:t>
              </a:r>
            </a:p>
            <a:p>
              <a:r>
                <a:rPr lang="en-US" altLang="zh-CN" sz="900" b="0" i="0" dirty="0">
                  <a:solidFill>
                    <a:srgbClr val="E3E3E3"/>
                  </a:solidFill>
                  <a:latin typeface="+mj-lt"/>
                </a:rPr>
                <a:t>C:\ProgramData\Microsoft\Windows\Start…</a:t>
              </a:r>
              <a:endParaRPr lang="zh-CN" altLang="en-US" sz="900" dirty="0">
                <a:latin typeface="+mj-lt"/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9890D6EC-6A96-74AA-13CC-B2448C85DAC2}"/>
                </a:ext>
              </a:extLst>
            </p:cNvPr>
            <p:cNvSpPr/>
            <p:nvPr/>
          </p:nvSpPr>
          <p:spPr>
            <a:xfrm>
              <a:off x="5704415" y="2171700"/>
              <a:ext cx="1060450" cy="247650"/>
            </a:xfrm>
            <a:prstGeom prst="roundRect">
              <a:avLst/>
            </a:prstGeom>
            <a:solidFill>
              <a:srgbClr val="E58F8F">
                <a:alpha val="45882"/>
              </a:srgbClr>
            </a:solidFill>
            <a:ln>
              <a:solidFill>
                <a:srgbClr val="F6D6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Remove</a:t>
              </a:r>
              <a:endParaRPr lang="zh-CN" altLang="en-US" sz="1100" dirty="0"/>
            </a:p>
          </p:txBody>
        </p: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42CD141-F194-3AA9-FB8F-835DD7514FE3}"/>
              </a:ext>
            </a:extLst>
          </p:cNvPr>
          <p:cNvSpPr/>
          <p:nvPr/>
        </p:nvSpPr>
        <p:spPr>
          <a:xfrm>
            <a:off x="2900866" y="5708980"/>
            <a:ext cx="2026734" cy="24892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47000"/>
            </a:schemeClr>
          </a:solidFill>
          <a:ln w="16510">
            <a:solidFill>
              <a:schemeClr val="bg1">
                <a:lumMod val="65000"/>
              </a:schemeClr>
            </a:solidFill>
          </a:ln>
          <a:effectLst>
            <a:outerShdw blurRad="266700" dist="50800" dir="54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添加单个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Single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D918A21-19E1-7DAB-5728-45F3B96A89F6}"/>
              </a:ext>
            </a:extLst>
          </p:cNvPr>
          <p:cNvSpPr/>
          <p:nvPr/>
        </p:nvSpPr>
        <p:spPr>
          <a:xfrm>
            <a:off x="5162047" y="5714905"/>
            <a:ext cx="2026734" cy="24892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47000"/>
            </a:schemeClr>
          </a:solidFill>
          <a:ln w="16510">
            <a:solidFill>
              <a:schemeClr val="bg1">
                <a:lumMod val="65000"/>
              </a:schemeClr>
            </a:solidFill>
          </a:ln>
          <a:effectLst>
            <a:outerShdw blurRad="266700" dist="50800" dir="5400000" algn="ctr" rotWithShape="0">
              <a:srgbClr val="000000">
                <a:alpha val="3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添加文件夹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Folder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7BD39C3-42A7-A870-92F6-3DEB0FF5B39E}"/>
              </a:ext>
            </a:extLst>
          </p:cNvPr>
          <p:cNvSpPr/>
          <p:nvPr/>
        </p:nvSpPr>
        <p:spPr>
          <a:xfrm>
            <a:off x="2900866" y="3701265"/>
            <a:ext cx="4287915" cy="1839897"/>
          </a:xfrm>
          <a:prstGeom prst="roundRect">
            <a:avLst>
              <a:gd name="adj" fmla="val 3157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800100" dist="50800" dir="5400000" sx="97000" sy="97000" algn="ctr" rotWithShape="0">
              <a:srgbClr val="000000">
                <a:alpha val="9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37C2907-8BA1-41B1-F3E1-6DD326E8C3C3}"/>
              </a:ext>
            </a:extLst>
          </p:cNvPr>
          <p:cNvGrpSpPr/>
          <p:nvPr/>
        </p:nvGrpSpPr>
        <p:grpSpPr>
          <a:xfrm>
            <a:off x="2984501" y="3900304"/>
            <a:ext cx="3932764" cy="601134"/>
            <a:chOff x="2984501" y="1985433"/>
            <a:chExt cx="3932764" cy="601134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403BC7BE-05F0-8632-96F9-A12ADC3EFAAF}"/>
                </a:ext>
              </a:extLst>
            </p:cNvPr>
            <p:cNvSpPr/>
            <p:nvPr/>
          </p:nvSpPr>
          <p:spPr>
            <a:xfrm>
              <a:off x="2984501" y="1985433"/>
              <a:ext cx="3932764" cy="601134"/>
            </a:xfrm>
            <a:prstGeom prst="roundRect">
              <a:avLst/>
            </a:prstGeom>
            <a:solidFill>
              <a:schemeClr val="accent1">
                <a:alpha val="21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38100" dist="50800" dir="5400000" algn="ctr" rotWithShape="0">
                <a:srgbClr val="000000">
                  <a:alpha val="5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/>
                <a:t>Visual Studio Code</a:t>
              </a:r>
            </a:p>
            <a:p>
              <a:r>
                <a:rPr lang="en-US" altLang="zh-CN" sz="900" b="0" i="0" dirty="0">
                  <a:solidFill>
                    <a:srgbClr val="E3E3E3"/>
                  </a:solidFill>
                  <a:latin typeface="+mj-lt"/>
                </a:rPr>
                <a:t>C:\ProgramData\Microsoft\Windows\Start…</a:t>
              </a:r>
              <a:endParaRPr lang="zh-CN" altLang="en-US" sz="900" dirty="0">
                <a:latin typeface="+mj-lt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A273FA8-F85F-A64C-48E5-7CBC4E42E6A0}"/>
                </a:ext>
              </a:extLst>
            </p:cNvPr>
            <p:cNvSpPr/>
            <p:nvPr/>
          </p:nvSpPr>
          <p:spPr>
            <a:xfrm>
              <a:off x="5704415" y="2171700"/>
              <a:ext cx="1060450" cy="247650"/>
            </a:xfrm>
            <a:prstGeom prst="roundRect">
              <a:avLst/>
            </a:prstGeom>
            <a:solidFill>
              <a:srgbClr val="E58F8F">
                <a:alpha val="45882"/>
              </a:srgbClr>
            </a:solidFill>
            <a:ln>
              <a:solidFill>
                <a:srgbClr val="F6D6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Remove</a:t>
              </a:r>
              <a:endParaRPr lang="zh-CN" altLang="en-US" sz="1100" dirty="0"/>
            </a:p>
          </p:txBody>
        </p:sp>
      </p:grp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6E50F5A-3255-7F17-3AFF-9702C1F88CF5}"/>
              </a:ext>
            </a:extLst>
          </p:cNvPr>
          <p:cNvSpPr/>
          <p:nvPr/>
        </p:nvSpPr>
        <p:spPr>
          <a:xfrm>
            <a:off x="6981825" y="3931631"/>
            <a:ext cx="130902" cy="151793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  <a:alpha val="46000"/>
            </a:schemeClr>
          </a:solidFill>
          <a:ln w="762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02F54E6-6754-5BC3-88BD-9A3AF109DA2E}"/>
              </a:ext>
            </a:extLst>
          </p:cNvPr>
          <p:cNvSpPr/>
          <p:nvPr/>
        </p:nvSpPr>
        <p:spPr>
          <a:xfrm>
            <a:off x="6979409" y="3931631"/>
            <a:ext cx="133318" cy="71755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46000"/>
            </a:schemeClr>
          </a:solidFill>
          <a:ln w="762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8759DA-31F6-4683-03B6-FC80158EC6D6}"/>
              </a:ext>
            </a:extLst>
          </p:cNvPr>
          <p:cNvGrpSpPr/>
          <p:nvPr/>
        </p:nvGrpSpPr>
        <p:grpSpPr>
          <a:xfrm>
            <a:off x="2984501" y="4626321"/>
            <a:ext cx="3932764" cy="601134"/>
            <a:chOff x="2984501" y="1985433"/>
            <a:chExt cx="3932764" cy="601134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D79E6A30-A466-9D63-C219-E95A0605C09A}"/>
                </a:ext>
              </a:extLst>
            </p:cNvPr>
            <p:cNvSpPr/>
            <p:nvPr/>
          </p:nvSpPr>
          <p:spPr>
            <a:xfrm>
              <a:off x="2984501" y="1985433"/>
              <a:ext cx="3932764" cy="601134"/>
            </a:xfrm>
            <a:prstGeom prst="roundRect">
              <a:avLst/>
            </a:prstGeom>
            <a:solidFill>
              <a:schemeClr val="accent1">
                <a:alpha val="21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38100" dist="50800" dir="5400000" algn="ctr" rotWithShape="0">
                <a:srgbClr val="000000">
                  <a:alpha val="5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/>
                <a:t>Visual Studio Code</a:t>
              </a:r>
            </a:p>
            <a:p>
              <a:r>
                <a:rPr lang="en-US" altLang="zh-CN" sz="900" b="0" i="0" dirty="0">
                  <a:solidFill>
                    <a:srgbClr val="E3E3E3"/>
                  </a:solidFill>
                  <a:latin typeface="+mj-lt"/>
                </a:rPr>
                <a:t>C:\ProgramData\Microsoft\Windows\Start…</a:t>
              </a:r>
              <a:endParaRPr lang="zh-CN" altLang="en-US" sz="900" dirty="0">
                <a:latin typeface="+mj-lt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6FF5FBA4-E992-590A-9295-9F5E432D7804}"/>
                </a:ext>
              </a:extLst>
            </p:cNvPr>
            <p:cNvSpPr/>
            <p:nvPr/>
          </p:nvSpPr>
          <p:spPr>
            <a:xfrm>
              <a:off x="5704415" y="2171700"/>
              <a:ext cx="1060450" cy="247650"/>
            </a:xfrm>
            <a:prstGeom prst="roundRect">
              <a:avLst/>
            </a:prstGeom>
            <a:solidFill>
              <a:srgbClr val="E58F8F">
                <a:alpha val="45882"/>
              </a:srgbClr>
            </a:solidFill>
            <a:ln>
              <a:solidFill>
                <a:srgbClr val="F6D6D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Remove</a:t>
              </a:r>
              <a:endParaRPr lang="zh-CN" altLang="en-US" sz="1100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075E5D3E-85FF-5B53-6D42-821EF50FA941}"/>
              </a:ext>
            </a:extLst>
          </p:cNvPr>
          <p:cNvSpPr txBox="1"/>
          <p:nvPr/>
        </p:nvSpPr>
        <p:spPr>
          <a:xfrm>
            <a:off x="2838722" y="3140985"/>
            <a:ext cx="8771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Folders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F62C0CC-C8CD-34BB-D49A-20FCE95209F4}"/>
              </a:ext>
            </a:extLst>
          </p:cNvPr>
          <p:cNvCxnSpPr/>
          <p:nvPr/>
        </p:nvCxnSpPr>
        <p:spPr>
          <a:xfrm>
            <a:off x="2900866" y="6206067"/>
            <a:ext cx="421186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77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868DCD1-CCB3-62CB-098C-E58256C9DC69}"/>
              </a:ext>
            </a:extLst>
          </p:cNvPr>
          <p:cNvSpPr/>
          <p:nvPr/>
        </p:nvSpPr>
        <p:spPr>
          <a:xfrm>
            <a:off x="2550588" y="376764"/>
            <a:ext cx="4902200" cy="6083303"/>
          </a:xfrm>
          <a:prstGeom prst="roundRect">
            <a:avLst>
              <a:gd name="adj" fmla="val 1512"/>
            </a:avLst>
          </a:prstGeom>
          <a:solidFill>
            <a:schemeClr val="bg1">
              <a:alpha val="11000"/>
            </a:schemeClr>
          </a:solidFill>
          <a:ln w="25400">
            <a:solidFill>
              <a:schemeClr val="bg1">
                <a:lumMod val="75000"/>
              </a:schemeClr>
            </a:solidFill>
          </a:ln>
          <a:effectLst>
            <a:outerShdw blurRad="723900" dist="50800" dir="5400000" algn="ctr" rotWithShape="0">
              <a:srgbClr val="000000">
                <a:alpha val="9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59D538-0EF3-45DE-886D-4C6E53388CBC}"/>
              </a:ext>
            </a:extLst>
          </p:cNvPr>
          <p:cNvSpPr txBox="1"/>
          <p:nvPr/>
        </p:nvSpPr>
        <p:spPr>
          <a:xfrm>
            <a:off x="7469722" y="724472"/>
            <a:ext cx="1015663" cy="168675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50000"/>
                  </a:schemeClr>
                </a:solidFill>
              </a:rPr>
              <a:t>设置</a:t>
            </a:r>
            <a:endParaRPr lang="en-US" altLang="zh-CN" sz="36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Settings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972889-5F96-9632-6C74-538F003FC0C7}"/>
              </a:ext>
            </a:extLst>
          </p:cNvPr>
          <p:cNvSpPr txBox="1"/>
          <p:nvPr/>
        </p:nvSpPr>
        <p:spPr>
          <a:xfrm>
            <a:off x="2838722" y="548431"/>
            <a:ext cx="17780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656565"/>
                </a:solidFill>
              </a:rPr>
              <a:t>通用设置</a:t>
            </a:r>
            <a:endParaRPr lang="en-US" altLang="zh-CN" sz="2400" dirty="0">
              <a:solidFill>
                <a:srgbClr val="656565"/>
              </a:solidFill>
            </a:endParaRPr>
          </a:p>
          <a:p>
            <a:r>
              <a:rPr lang="en-US" altLang="zh-CN" dirty="0">
                <a:solidFill>
                  <a:srgbClr val="656565"/>
                </a:solidFill>
              </a:rPr>
              <a:t>General settings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EC3FE23-D116-71D6-E746-F4E34F4347BA}"/>
              </a:ext>
            </a:extLst>
          </p:cNvPr>
          <p:cNvCxnSpPr/>
          <p:nvPr/>
        </p:nvCxnSpPr>
        <p:spPr>
          <a:xfrm>
            <a:off x="2959100" y="1352550"/>
            <a:ext cx="40703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644D90F-0C8A-5F2D-0097-98C0B7EE56E9}"/>
              </a:ext>
            </a:extLst>
          </p:cNvPr>
          <p:cNvSpPr txBox="1"/>
          <p:nvPr/>
        </p:nvSpPr>
        <p:spPr>
          <a:xfrm>
            <a:off x="2838722" y="141800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656565"/>
                </a:solidFill>
              </a:rPr>
              <a:t>段落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95430D-ED65-9DB9-5320-7B5952A66A71}"/>
              </a:ext>
            </a:extLst>
          </p:cNvPr>
          <p:cNvSpPr txBox="1"/>
          <p:nvPr/>
        </p:nvSpPr>
        <p:spPr>
          <a:xfrm>
            <a:off x="2929303" y="18181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311C67-B363-73A2-AE91-7DDB9EC0099F}"/>
              </a:ext>
            </a:extLst>
          </p:cNvPr>
          <p:cNvSpPr txBox="1"/>
          <p:nvPr/>
        </p:nvSpPr>
        <p:spPr>
          <a:xfrm>
            <a:off x="2937770" y="218744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61ECC6-0DC0-FF2B-C3A7-BD6CB9041F08}"/>
              </a:ext>
            </a:extLst>
          </p:cNvPr>
          <p:cNvSpPr txBox="1"/>
          <p:nvPr/>
        </p:nvSpPr>
        <p:spPr>
          <a:xfrm>
            <a:off x="2942867" y="25567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布尔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A924A6-72B1-D954-C50C-E9CF8E9FD59E}"/>
              </a:ext>
            </a:extLst>
          </p:cNvPr>
          <p:cNvSpPr/>
          <p:nvPr/>
        </p:nvSpPr>
        <p:spPr>
          <a:xfrm>
            <a:off x="5245100" y="1884294"/>
            <a:ext cx="1949450" cy="23655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656565"/>
                </a:solidFill>
              </a:rPr>
              <a:t>1024</a:t>
            </a:r>
            <a:endParaRPr lang="zh-CN" altLang="en-US" sz="1600" dirty="0">
              <a:solidFill>
                <a:srgbClr val="656565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06824FA-3210-D6BA-4148-5DFD3CF372BE}"/>
              </a:ext>
            </a:extLst>
          </p:cNvPr>
          <p:cNvSpPr/>
          <p:nvPr/>
        </p:nvSpPr>
        <p:spPr>
          <a:xfrm>
            <a:off x="5245100" y="2253836"/>
            <a:ext cx="1949450" cy="23655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 err="1">
                <a:solidFill>
                  <a:srgbClr val="656565"/>
                </a:solidFill>
              </a:rPr>
              <a:t>awa</a:t>
            </a:r>
            <a:endParaRPr lang="zh-CN" altLang="en-US" sz="1600" dirty="0">
              <a:solidFill>
                <a:srgbClr val="656565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846D574-ED86-F6DE-EFC6-5604DE2A0323}"/>
              </a:ext>
            </a:extLst>
          </p:cNvPr>
          <p:cNvSpPr/>
          <p:nvPr/>
        </p:nvSpPr>
        <p:spPr>
          <a:xfrm>
            <a:off x="5245100" y="2623378"/>
            <a:ext cx="180000" cy="180000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3CBFDFA-8F38-EC41-FE96-7BEEB4B97AF6}"/>
              </a:ext>
            </a:extLst>
          </p:cNvPr>
          <p:cNvSpPr/>
          <p:nvPr/>
        </p:nvSpPr>
        <p:spPr>
          <a:xfrm>
            <a:off x="7556500" y="2623378"/>
            <a:ext cx="180000" cy="18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F5947E6-840B-8B32-A272-3970EE764C15}"/>
              </a:ext>
            </a:extLst>
          </p:cNvPr>
          <p:cNvSpPr/>
          <p:nvPr/>
        </p:nvSpPr>
        <p:spPr>
          <a:xfrm>
            <a:off x="7592500" y="2659378"/>
            <a:ext cx="108000" cy="108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04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84</Words>
  <Application>Microsoft Office PowerPoint</Application>
  <PresentationFormat>宽屏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zhangyi du</dc:creator>
  <cp:lastModifiedBy>zhangyi du</cp:lastModifiedBy>
  <cp:revision>2</cp:revision>
  <dcterms:created xsi:type="dcterms:W3CDTF">2026-09-30T09:57:07Z</dcterms:created>
  <dcterms:modified xsi:type="dcterms:W3CDTF">2026-09-30T11:07:59Z</dcterms:modified>
</cp:coreProperties>
</file>