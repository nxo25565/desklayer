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C1C1"/>
    <a:srgbClr val="B3A2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200" d="100"/>
          <a:sy n="200" d="100"/>
        </p:scale>
        <p:origin x="-72" y="81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645458" y="1069133"/>
            <a:ext cx="2630398" cy="3871913"/>
          </a:xfrm>
          <a:prstGeom prst="roundRect">
            <a:avLst>
              <a:gd name="adj" fmla="val 11870"/>
            </a:avLst>
          </a:prstGeom>
          <a:noFill/>
          <a:ln w="6350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778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0" bIns="0" rtlCol="0" anchor="ctr">
            <a:spAutoFit/>
          </a:bodyPr>
          <a:lstStyle/>
          <a:p>
            <a:pPr algn="ctr"/>
            <a:r>
              <a:rPr lang="en-US" altLang="zh-CN" sz="2000" spc="600" dirty="0" smtClean="0">
                <a:solidFill>
                  <a:schemeClr val="bg1">
                    <a:lumMod val="75000"/>
                  </a:schemeClr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+++++++++</a:t>
            </a:r>
          </a:p>
          <a:p>
            <a:pPr algn="ctr"/>
            <a:r>
              <a:rPr lang="en-US" altLang="zh-CN" sz="2000" spc="600" dirty="0" smtClean="0">
                <a:solidFill>
                  <a:schemeClr val="bg1">
                    <a:lumMod val="75000"/>
                  </a:schemeClr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+++++++++++++++++++++++++++++++++++++++++++++</a:t>
            </a:r>
            <a:endParaRPr lang="zh-CN" altLang="en-US" sz="2000" spc="600" dirty="0">
              <a:solidFill>
                <a:schemeClr val="bg1">
                  <a:lumMod val="75000"/>
                </a:schemeClr>
              </a:solidFill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algn="ctr"/>
            <a:r>
              <a:rPr lang="en-US" altLang="zh-CN" sz="2000" spc="600" dirty="0" smtClean="0">
                <a:solidFill>
                  <a:schemeClr val="bg1">
                    <a:lumMod val="75000"/>
                  </a:schemeClr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+++++++++</a:t>
            </a:r>
            <a:endParaRPr lang="zh-CN" altLang="en-US" sz="2000" spc="600" dirty="0">
              <a:solidFill>
                <a:schemeClr val="bg1">
                  <a:lumMod val="75000"/>
                </a:schemeClr>
              </a:solidFill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algn="ctr"/>
            <a:r>
              <a:rPr lang="en-US" altLang="zh-CN" sz="2000" spc="600" dirty="0" smtClean="0">
                <a:solidFill>
                  <a:schemeClr val="bg1">
                    <a:lumMod val="75000"/>
                  </a:schemeClr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+++++++++</a:t>
            </a:r>
          </a:p>
          <a:p>
            <a:pPr algn="ctr"/>
            <a:r>
              <a:rPr lang="en-US" altLang="zh-CN" sz="2000" spc="600" dirty="0" smtClean="0">
                <a:solidFill>
                  <a:schemeClr val="bg1">
                    <a:lumMod val="75000"/>
                  </a:schemeClr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+++++++++</a:t>
            </a:r>
          </a:p>
          <a:p>
            <a:pPr algn="ctr"/>
            <a:r>
              <a:rPr lang="en-US" altLang="zh-CN" sz="2000" spc="600" dirty="0" smtClean="0">
                <a:solidFill>
                  <a:schemeClr val="bg1">
                    <a:lumMod val="75000"/>
                  </a:schemeClr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+++++++++++++++++++++++++++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9512" y="234163"/>
            <a:ext cx="4089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LinkBro</a:t>
            </a:r>
            <a:r>
              <a:rPr lang="en-US" altLang="zh-CN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 Window  </a:t>
            </a:r>
            <a:r>
              <a:rPr lang="zh-CN" altLang="en-US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样式</a:t>
            </a:r>
            <a:r>
              <a:rPr lang="zh-CN" altLang="en-US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设计：典型组件</a:t>
            </a:r>
            <a:endParaRPr lang="en-US" altLang="zh-CN" dirty="0" smtClean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 rot="16200000">
            <a:off x="2303967" y="447296"/>
            <a:ext cx="338554" cy="113107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sz="1000" dirty="0" smtClean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DESKLAYER a0.0.1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5508104" y="1923678"/>
            <a:ext cx="3456384" cy="576064"/>
            <a:chOff x="4283968" y="1491630"/>
            <a:chExt cx="3456384" cy="576064"/>
          </a:xfrm>
          <a:solidFill>
            <a:schemeClr val="bg1">
              <a:lumMod val="85000"/>
            </a:schemeClr>
          </a:solidFill>
          <a:effectLst>
            <a:outerShdw blurRad="215900" dist="50800" dir="5400000" algn="ctr" rotWithShape="0">
              <a:srgbClr val="000000">
                <a:alpha val="20000"/>
              </a:srgbClr>
            </a:outerShdw>
          </a:effectLst>
        </p:grpSpPr>
        <p:sp>
          <p:nvSpPr>
            <p:cNvPr id="25" name="圆角矩形 24"/>
            <p:cNvSpPr/>
            <p:nvPr/>
          </p:nvSpPr>
          <p:spPr>
            <a:xfrm>
              <a:off x="4283968" y="1491630"/>
              <a:ext cx="3456384" cy="57606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  <a:alpha val="82000"/>
              </a:schemeClr>
            </a:solidFill>
            <a:ln w="12700" cmpd="sng">
              <a:solidFill>
                <a:srgbClr val="B3A2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dirty="0" smtClean="0"/>
                <a:t>          </a:t>
              </a:r>
              <a:r>
                <a:rPr lang="en-US" altLang="zh-CN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ShortcutName</a:t>
              </a:r>
              <a:endPara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  <a:p>
              <a:r>
                <a:rPr lang="en-US" altLang="zh-CN" sz="105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                </a:t>
              </a:r>
              <a:r>
                <a:rPr lang="en-US" altLang="zh-CN" sz="1050" dirty="0" err="1" smtClean="0">
                  <a:solidFill>
                    <a:schemeClr val="bg1">
                      <a:lumMod val="75000"/>
                    </a:schemeClr>
                  </a:solidFill>
                </a:rPr>
                <a:t>ShortcutPath</a:t>
              </a:r>
              <a:endParaRPr lang="en-US" altLang="zh-CN" sz="1050" dirty="0" smtClean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pic>
          <p:nvPicPr>
            <p:cNvPr id="1026" name="Picture 2" descr="D:\dzy\MyDevProjs\DeskLayer\build\51f6104b-f802-45a4-833b-b76131128c61-3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09554" y="1518419"/>
              <a:ext cx="522486" cy="522486"/>
            </a:xfrm>
            <a:prstGeom prst="rect">
              <a:avLst/>
            </a:prstGeom>
            <a:noFill/>
          </p:spPr>
        </p:pic>
      </p:grpSp>
      <p:pic>
        <p:nvPicPr>
          <p:cNvPr id="33" name="Picture 4" descr="D:\dzy\MyDevProjs\DeskLayer\resources\arts\lb_option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968" y="2040905"/>
            <a:ext cx="2457480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4" descr="D:\dzy\MyDevProjs\DeskLayer\resources\arts\lb_option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968" y="2508957"/>
            <a:ext cx="2457480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" descr="D:\dzy\MyDevProjs\DeskLayer\resources\arts\lb_option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968" y="2986224"/>
            <a:ext cx="2457480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4" descr="D:\dzy\MyDevProjs\DeskLayer\resources\arts\lb_option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968" y="3461742"/>
            <a:ext cx="2457480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D:\dzy\MyDevProjs\DeskLayer\resources\arts\lb_option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968" y="3939902"/>
            <a:ext cx="2457480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0" name="组合 39"/>
          <p:cNvGrpSpPr/>
          <p:nvPr/>
        </p:nvGrpSpPr>
        <p:grpSpPr>
          <a:xfrm>
            <a:off x="5508104" y="3939902"/>
            <a:ext cx="3456384" cy="576064"/>
            <a:chOff x="4283968" y="1491630"/>
            <a:chExt cx="3456384" cy="576064"/>
          </a:xfrm>
          <a:solidFill>
            <a:schemeClr val="bg1">
              <a:lumMod val="85000"/>
            </a:schemeClr>
          </a:solidFill>
          <a:effectLst>
            <a:outerShdw blurRad="215900" dist="50800" dir="5400000" algn="ctr" rotWithShape="0">
              <a:srgbClr val="000000">
                <a:alpha val="20000"/>
              </a:srgbClr>
            </a:outerShdw>
          </a:effectLst>
        </p:grpSpPr>
        <p:sp>
          <p:nvSpPr>
            <p:cNvPr id="41" name="圆角矩形 40"/>
            <p:cNvSpPr/>
            <p:nvPr/>
          </p:nvSpPr>
          <p:spPr>
            <a:xfrm>
              <a:off x="4283968" y="1491630"/>
              <a:ext cx="3456384" cy="57606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  <a:alpha val="82000"/>
              </a:schemeClr>
            </a:solidFill>
            <a:ln w="12700" cmpd="sng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dirty="0" smtClean="0"/>
                <a:t>            </a:t>
              </a:r>
              <a:r>
                <a:rPr lang="en-US" altLang="zh-CN" dirty="0" smtClean="0">
                  <a:solidFill>
                    <a:schemeClr val="bg1">
                      <a:lumMod val="75000"/>
                    </a:schemeClr>
                  </a:solidFill>
                </a:rPr>
                <a:t>Type to search</a:t>
              </a:r>
              <a:r>
                <a:rPr lang="en-US" altLang="zh-CN" sz="1050" dirty="0" smtClean="0">
                  <a:solidFill>
                    <a:schemeClr val="bg1">
                      <a:lumMod val="75000"/>
                    </a:schemeClr>
                  </a:solidFill>
                </a:rPr>
                <a:t> </a:t>
              </a:r>
            </a:p>
          </p:txBody>
        </p:sp>
        <p:pic>
          <p:nvPicPr>
            <p:cNvPr id="42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494969" y="1566716"/>
              <a:ext cx="509079" cy="425891"/>
            </a:xfrm>
            <a:prstGeom prst="rect">
              <a:avLst/>
            </a:prstGeom>
            <a:noFill/>
          </p:spPr>
        </p:pic>
      </p:grpSp>
      <p:grpSp>
        <p:nvGrpSpPr>
          <p:cNvPr id="43" name="组合 42"/>
          <p:cNvGrpSpPr/>
          <p:nvPr/>
        </p:nvGrpSpPr>
        <p:grpSpPr>
          <a:xfrm>
            <a:off x="5508104" y="2931790"/>
            <a:ext cx="3456384" cy="576064"/>
            <a:chOff x="4283968" y="1491630"/>
            <a:chExt cx="3456384" cy="576064"/>
          </a:xfrm>
          <a:solidFill>
            <a:schemeClr val="bg1">
              <a:lumMod val="85000"/>
            </a:schemeClr>
          </a:solidFill>
          <a:effectLst>
            <a:outerShdw blurRad="215900" dist="50800" dir="5400000" algn="ctr" rotWithShape="0">
              <a:srgbClr val="000000">
                <a:alpha val="20000"/>
              </a:srgbClr>
            </a:outerShdw>
          </a:effectLst>
        </p:grpSpPr>
        <p:sp>
          <p:nvSpPr>
            <p:cNvPr id="44" name="圆角矩形 43"/>
            <p:cNvSpPr/>
            <p:nvPr/>
          </p:nvSpPr>
          <p:spPr>
            <a:xfrm>
              <a:off x="4283968" y="1491630"/>
              <a:ext cx="3456384" cy="576064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20000"/>
                <a:lumOff val="80000"/>
                <a:alpha val="82000"/>
              </a:schemeClr>
            </a:solidFill>
            <a:ln w="12700" cmpd="sng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dirty="0" smtClean="0"/>
                <a:t>          </a:t>
              </a:r>
              <a:r>
                <a:rPr lang="en-US" altLang="zh-CN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ShortcutName</a:t>
              </a:r>
              <a:endPara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  <a:p>
              <a:r>
                <a:rPr lang="en-US" altLang="zh-CN" sz="105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                </a:t>
              </a:r>
              <a:r>
                <a:rPr lang="en-US" altLang="zh-CN" sz="1050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ShortcutPath</a:t>
              </a:r>
              <a:endParaRPr lang="en-US" altLang="zh-CN" sz="1050" dirty="0" smtClean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45" name="Picture 2" descr="D:\dzy\MyDevProjs\DeskLayer\build\51f6104b-f802-45a4-833b-b76131128c61-3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09554" y="1518419"/>
              <a:ext cx="522486" cy="522486"/>
            </a:xfrm>
            <a:prstGeom prst="rect">
              <a:avLst/>
            </a:prstGeom>
            <a:noFill/>
          </p:spPr>
        </p:pic>
      </p:grpSp>
      <p:sp>
        <p:nvSpPr>
          <p:cNvPr id="2" name="TextBox 1"/>
          <p:cNvSpPr txBox="1"/>
          <p:nvPr/>
        </p:nvSpPr>
        <p:spPr>
          <a:xfrm>
            <a:off x="5508104" y="1491630"/>
            <a:ext cx="1854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Shortcut Option</a:t>
            </a:r>
            <a:endParaRPr lang="zh-CN" altLang="en-US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97363" y="2571750"/>
            <a:ext cx="292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Shortcut Option(</a:t>
            </a:r>
            <a:r>
              <a:rPr lang="en-US" altLang="zh-CN" dirty="0" err="1" smtClean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Choosed</a:t>
            </a:r>
            <a:r>
              <a:rPr lang="en-US" altLang="zh-CN" dirty="0" smtClean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)</a:t>
            </a:r>
            <a:endParaRPr lang="zh-CN" altLang="en-US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</p:txBody>
      </p:sp>
      <p:pic>
        <p:nvPicPr>
          <p:cNvPr id="3" name="Picture 2" descr="D:\dzy\MyDevProjs\DeskLayer\resources\arts\lb_option_choosed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968" y="1574348"/>
            <a:ext cx="2416872" cy="637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椭圆 4"/>
          <p:cNvSpPr/>
          <p:nvPr/>
        </p:nvSpPr>
        <p:spPr>
          <a:xfrm>
            <a:off x="5530701" y="951570"/>
            <a:ext cx="504056" cy="504056"/>
          </a:xfrm>
          <a:prstGeom prst="ellips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6034757" y="1383618"/>
            <a:ext cx="216024" cy="144016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528022" y="627534"/>
            <a:ext cx="1322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SearchIcon</a:t>
            </a:r>
            <a:endParaRPr lang="en-US" altLang="zh-CN" dirty="0" smtClean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</p:txBody>
      </p:sp>
      <p:pic>
        <p:nvPicPr>
          <p:cNvPr id="1027" name="Picture 3" descr="D:\dzy\MyDevProjs\DeskLayer\resources\arts\search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819" y="1117806"/>
            <a:ext cx="2463629" cy="645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4" descr="D:\dzy\MyDevProjs\DeskLayer\resources\arts\lb_option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819" y="4371950"/>
            <a:ext cx="2457480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圆角矩形 9"/>
          <p:cNvSpPr/>
          <p:nvPr/>
        </p:nvSpPr>
        <p:spPr>
          <a:xfrm>
            <a:off x="3131841" y="1428913"/>
            <a:ext cx="144016" cy="3159061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bg1">
                <a:lumMod val="85000"/>
              </a:schemeClr>
            </a:solidFill>
          </a:ln>
          <a:effectLst>
            <a:outerShdw blurRad="139700" dist="50800" dir="5400000" algn="ctr" rotWithShape="0">
              <a:srgbClr val="000000">
                <a:alpha val="6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3131840" y="1707654"/>
            <a:ext cx="144015" cy="684076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  <a:alpha val="52000"/>
            </a:schemeClr>
          </a:solidFill>
          <a:ln w="1270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127000" dist="50800" dir="5400000" algn="ctr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箭头连接符 6"/>
          <p:cNvCxnSpPr>
            <a:endCxn id="17" idx="2"/>
          </p:cNvCxnSpPr>
          <p:nvPr/>
        </p:nvCxnSpPr>
        <p:spPr>
          <a:xfrm flipH="1">
            <a:off x="3038784" y="1012835"/>
            <a:ext cx="3090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13927" y="782002"/>
            <a:ext cx="14226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Desklayer</a:t>
            </a:r>
            <a:r>
              <a:rPr lang="zh-CN" altLang="en-US" sz="1200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标放在窗口上部偏右</a:t>
            </a:r>
            <a:endParaRPr lang="zh-CN" altLang="en-US" sz="1200" dirty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55293" y="1860962"/>
            <a:ext cx="215956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外边线</a:t>
            </a:r>
            <a:r>
              <a:rPr lang="en-US" altLang="zh-CN" sz="1400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+</a:t>
            </a:r>
            <a:r>
              <a:rPr lang="zh-CN" altLang="en-US" sz="1400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淡阴影</a:t>
            </a:r>
            <a:endParaRPr lang="en-US" altLang="zh-CN" sz="1400" dirty="0" smtClean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  <a:p>
            <a:r>
              <a:rPr lang="zh-CN" altLang="en-US" sz="1400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半透明填充</a:t>
            </a:r>
            <a:endParaRPr lang="en-US" altLang="zh-CN" sz="1400" dirty="0" smtClean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  <a:p>
            <a:r>
              <a:rPr lang="zh-CN" altLang="en-US" sz="1400" dirty="0" smtClean="0">
                <a:solidFill>
                  <a:srgbClr val="B3A2C7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■外框</a:t>
            </a:r>
            <a:r>
              <a:rPr lang="en-US" altLang="zh-CN" sz="1400" dirty="0" smtClean="0">
                <a:solidFill>
                  <a:srgbClr val="B3A2C7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RGB:</a:t>
            </a:r>
            <a:r>
              <a:rPr lang="en-US" altLang="zh-CN" sz="1400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179 162 199</a:t>
            </a:r>
          </a:p>
          <a:p>
            <a:r>
              <a:rPr lang="zh-CN" altLang="en-US" sz="1400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左侧放图标（未来版本）</a:t>
            </a:r>
            <a:endParaRPr lang="zh-CN" altLang="en-US" sz="1400" dirty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413927" y="3277021"/>
            <a:ext cx="21167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半透圆角滚动条</a:t>
            </a:r>
            <a:endParaRPr lang="en-US" altLang="zh-CN" sz="1200" dirty="0" smtClean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  <a:p>
            <a:r>
              <a:rPr lang="zh-CN" altLang="en-US" sz="1200" dirty="0">
                <a:solidFill>
                  <a:srgbClr val="B3A2C7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■外框</a:t>
            </a:r>
            <a:r>
              <a:rPr lang="en-US" altLang="zh-CN" sz="1200" dirty="0">
                <a:solidFill>
                  <a:srgbClr val="B3A2C7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RGB:</a:t>
            </a:r>
            <a:r>
              <a:rPr lang="en-US" altLang="zh-CN" sz="1200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179 162 199</a:t>
            </a:r>
            <a:endParaRPr lang="zh-CN" altLang="en-US" sz="1200" dirty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  <a:p>
            <a:r>
              <a:rPr lang="zh-CN" altLang="en-US" sz="1200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滚动球半透</a:t>
            </a:r>
            <a:endParaRPr lang="en-US" altLang="zh-CN" sz="1200" dirty="0" smtClean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  <a:p>
            <a:r>
              <a:rPr lang="zh-CN" altLang="en-US" sz="1200" dirty="0" smtClean="0">
                <a:solidFill>
                  <a:srgbClr val="C1C1C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■</a:t>
            </a:r>
            <a:r>
              <a:rPr lang="zh-CN" altLang="en-US" sz="1200" dirty="0">
                <a:solidFill>
                  <a:srgbClr val="C1C1C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填充</a:t>
            </a:r>
            <a:r>
              <a:rPr lang="en-US" altLang="zh-CN" sz="1200" dirty="0" smtClean="0">
                <a:solidFill>
                  <a:srgbClr val="C1C1C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RGB:</a:t>
            </a:r>
            <a:r>
              <a:rPr lang="en-US" altLang="zh-CN" sz="1200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193 193 193</a:t>
            </a:r>
            <a:endParaRPr lang="zh-CN" altLang="en-US" sz="1200" dirty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5132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851670"/>
            <a:ext cx="1705211" cy="2224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圆角矩形 3"/>
          <p:cNvSpPr/>
          <p:nvPr/>
        </p:nvSpPr>
        <p:spPr>
          <a:xfrm>
            <a:off x="3131840" y="897682"/>
            <a:ext cx="2630398" cy="3871913"/>
          </a:xfrm>
          <a:prstGeom prst="roundRect">
            <a:avLst>
              <a:gd name="adj" fmla="val 11870"/>
            </a:avLst>
          </a:prstGeom>
          <a:noFill/>
          <a:ln w="6350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778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0" bIns="0" rtlCol="0" anchor="ctr">
            <a:spAutoFit/>
          </a:bodyPr>
          <a:lstStyle/>
          <a:p>
            <a:pPr algn="ctr"/>
            <a:r>
              <a:rPr lang="en-US" altLang="zh-CN" sz="2000" spc="600" dirty="0" smtClean="0">
                <a:solidFill>
                  <a:schemeClr val="bg1">
                    <a:lumMod val="75000"/>
                  </a:schemeClr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+++++++++</a:t>
            </a:r>
          </a:p>
          <a:p>
            <a:pPr algn="ctr"/>
            <a:r>
              <a:rPr lang="en-US" altLang="zh-CN" sz="2000" spc="600" dirty="0" smtClean="0">
                <a:solidFill>
                  <a:schemeClr val="bg1">
                    <a:lumMod val="75000"/>
                  </a:schemeClr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+++++++++++++++++++++++++++++++++++++++++++++</a:t>
            </a:r>
            <a:endParaRPr lang="zh-CN" altLang="en-US" sz="2000" spc="600" dirty="0">
              <a:solidFill>
                <a:schemeClr val="bg1">
                  <a:lumMod val="75000"/>
                </a:schemeClr>
              </a:solidFill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algn="ctr"/>
            <a:r>
              <a:rPr lang="en-US" altLang="zh-CN" sz="2000" spc="600" dirty="0" smtClean="0">
                <a:solidFill>
                  <a:schemeClr val="bg1">
                    <a:lumMod val="75000"/>
                  </a:schemeClr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+++++++++</a:t>
            </a:r>
            <a:endParaRPr lang="zh-CN" altLang="en-US" sz="2000" spc="600" dirty="0">
              <a:solidFill>
                <a:schemeClr val="bg1">
                  <a:lumMod val="75000"/>
                </a:schemeClr>
              </a:solidFill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algn="ctr"/>
            <a:r>
              <a:rPr lang="en-US" altLang="zh-CN" sz="2000" spc="600" dirty="0" smtClean="0">
                <a:solidFill>
                  <a:schemeClr val="bg1">
                    <a:lumMod val="75000"/>
                  </a:schemeClr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+++++++++</a:t>
            </a:r>
          </a:p>
          <a:p>
            <a:pPr algn="ctr"/>
            <a:r>
              <a:rPr lang="en-US" altLang="zh-CN" sz="2000" spc="600" dirty="0" smtClean="0">
                <a:solidFill>
                  <a:schemeClr val="bg1">
                    <a:lumMod val="75000"/>
                  </a:schemeClr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+++++++++</a:t>
            </a:r>
          </a:p>
          <a:p>
            <a:pPr algn="ctr"/>
            <a:r>
              <a:rPr lang="en-US" altLang="zh-CN" sz="2000" spc="600" dirty="0" smtClean="0">
                <a:solidFill>
                  <a:schemeClr val="bg1">
                    <a:lumMod val="75000"/>
                  </a:schemeClr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+++++++++++++++++++++++++++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9512" y="234163"/>
            <a:ext cx="362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LinkBro</a:t>
            </a:r>
            <a:r>
              <a:rPr lang="en-US" altLang="zh-CN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 Window  </a:t>
            </a:r>
            <a:r>
              <a:rPr lang="zh-CN" altLang="en-US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样式</a:t>
            </a:r>
            <a:r>
              <a:rPr lang="zh-CN" altLang="en-US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设计：</a:t>
            </a:r>
            <a:r>
              <a:rPr lang="zh-CN" altLang="en-US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背景</a:t>
            </a:r>
            <a:endParaRPr lang="en-US" altLang="zh-CN" dirty="0" smtClean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1520" y="843558"/>
            <a:ext cx="281679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外边线</a:t>
            </a:r>
            <a:r>
              <a:rPr lang="en-US" altLang="zh-CN" sz="1400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+</a:t>
            </a:r>
            <a:r>
              <a:rPr lang="zh-CN" altLang="en-US" sz="1400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淡阴影</a:t>
            </a:r>
            <a:endParaRPr lang="en-US" altLang="zh-CN" sz="1400" dirty="0" smtClean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  <a:p>
            <a:r>
              <a:rPr lang="zh-CN" altLang="en-US" sz="1400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磨砂玻璃</a:t>
            </a:r>
            <a:r>
              <a:rPr lang="en-US" altLang="zh-CN" sz="1400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+</a:t>
            </a:r>
            <a:r>
              <a:rPr lang="zh-CN" altLang="en-US" sz="1400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半透明填充</a:t>
            </a:r>
            <a:endParaRPr lang="en-US" altLang="zh-CN" sz="1400" dirty="0" smtClean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  <a:p>
            <a:r>
              <a:rPr lang="zh-CN" altLang="en-US" sz="1400" dirty="0" smtClean="0">
                <a:solidFill>
                  <a:srgbClr val="B3A2C7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■外框</a:t>
            </a:r>
            <a:r>
              <a:rPr lang="en-US" altLang="zh-CN" sz="1400" dirty="0" smtClean="0">
                <a:solidFill>
                  <a:srgbClr val="B3A2C7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RGB:</a:t>
            </a:r>
            <a:r>
              <a:rPr lang="en-US" altLang="zh-CN" sz="1400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179 162 199</a:t>
            </a:r>
          </a:p>
          <a:p>
            <a:r>
              <a:rPr lang="zh-CN" altLang="en-US" sz="1400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背景</a:t>
            </a:r>
            <a:r>
              <a:rPr lang="en-US" altLang="zh-CN" sz="1400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+</a:t>
            </a:r>
            <a:r>
              <a:rPr lang="zh-CN" altLang="en-US" sz="1400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号做</a:t>
            </a:r>
            <a:r>
              <a:rPr lang="en-US" altLang="zh-CN" sz="1400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dots</a:t>
            </a:r>
            <a:r>
              <a:rPr lang="zh-CN" altLang="en-US" sz="1400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加阴影，降透明度</a:t>
            </a:r>
            <a:endParaRPr lang="en-US" altLang="zh-CN" sz="1400" dirty="0" smtClean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  <a:p>
            <a:r>
              <a:rPr lang="en-US" altLang="zh-CN" sz="1400" dirty="0" smtClean="0">
                <a:solidFill>
                  <a:srgbClr val="C1C1C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+</a:t>
            </a:r>
            <a:r>
              <a:rPr lang="zh-CN" altLang="en-US" sz="1400" dirty="0" smtClean="0">
                <a:solidFill>
                  <a:srgbClr val="C1C1C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号填充</a:t>
            </a:r>
            <a:r>
              <a:rPr lang="en-US" altLang="zh-CN" sz="1400" dirty="0">
                <a:solidFill>
                  <a:srgbClr val="C1C1C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RGB:</a:t>
            </a:r>
            <a:r>
              <a:rPr lang="en-US" altLang="zh-CN" sz="1400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193 193 193</a:t>
            </a:r>
            <a:endParaRPr lang="zh-CN" altLang="en-US" sz="1400" dirty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  <a:p>
            <a:endParaRPr lang="en-US" altLang="zh-CN" sz="1400" dirty="0" smtClean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56277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123</Words>
  <Application>Microsoft Office PowerPoint</Application>
  <PresentationFormat>全屏显示(16:9)</PresentationFormat>
  <Paragraphs>37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外星人</dc:creator>
  <cp:lastModifiedBy>外星人</cp:lastModifiedBy>
  <cp:revision>9</cp:revision>
  <dcterms:created xsi:type="dcterms:W3CDTF">2026-08-22T13:42:13Z</dcterms:created>
  <dcterms:modified xsi:type="dcterms:W3CDTF">2026-08-23T12:39:40Z</dcterms:modified>
</cp:coreProperties>
</file>